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3" r:id="rId9"/>
    <p:sldId id="264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6E8-2E09-4EC8-AE6A-A69DA8F667D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A56E4-9E5D-4A56-A9BF-B63274923D2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930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6E8-2E09-4EC8-AE6A-A69DA8F667D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A56E4-9E5D-4A56-A9BF-B63274923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785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6E8-2E09-4EC8-AE6A-A69DA8F667D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A56E4-9E5D-4A56-A9BF-B63274923D2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7394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6E8-2E09-4EC8-AE6A-A69DA8F667D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A56E4-9E5D-4A56-A9BF-B63274923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813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6E8-2E09-4EC8-AE6A-A69DA8F667D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A56E4-9E5D-4A56-A9BF-B63274923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208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6E8-2E09-4EC8-AE6A-A69DA8F667D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A56E4-9E5D-4A56-A9BF-B63274923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335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6E8-2E09-4EC8-AE6A-A69DA8F667D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A56E4-9E5D-4A56-A9BF-B63274923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3430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890F6E8-2E09-4EC8-AE6A-A69DA8F667D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28A56E4-9E5D-4A56-A9BF-B63274923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731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6E8-2E09-4EC8-AE6A-A69DA8F667D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A56E4-9E5D-4A56-A9BF-B63274923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735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6E8-2E09-4EC8-AE6A-A69DA8F667D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A56E4-9E5D-4A56-A9BF-B63274923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438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6E8-2E09-4EC8-AE6A-A69DA8F667D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A56E4-9E5D-4A56-A9BF-B63274923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965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890F6E8-2E09-4EC8-AE6A-A69DA8F667D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28A56E4-9E5D-4A56-A9BF-B63274923D22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317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med-ai-triage.vercel.app/" TargetMode="Externa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6992A-2B23-AB00-6A00-7CC1B7B87E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-704086"/>
            <a:ext cx="11512295" cy="5230368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AI-DRIVEN PUBLIC HEALTH CHATBOT FOR DISEASE AWARENESS</a:t>
            </a:r>
            <a:br>
              <a:rPr lang="en-IN" sz="2800" b="1" dirty="0">
                <a:solidFill>
                  <a:schemeClr val="accent1"/>
                </a:solidFill>
              </a:rPr>
            </a:br>
            <a:r>
              <a:rPr lang="en-IN" sz="2800" b="1" dirty="0">
                <a:solidFill>
                  <a:schemeClr val="accent1"/>
                </a:solidFill>
              </a:rPr>
              <a:t>                                     		     </a:t>
            </a:r>
            <a:r>
              <a:rPr lang="en-IN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Project Term (January – April 2026)</a:t>
            </a:r>
            <a:br>
              <a:rPr lang="en-IN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br>
              <a:rPr lang="en-IN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IN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                                                                         	   Submitted By</a:t>
            </a:r>
            <a:br>
              <a:rPr lang="en-IN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br>
              <a:rPr lang="en-IN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IN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                                                                     Gutha Sahith Chowdary        Reg No: 12201291</a:t>
            </a:r>
            <a:br>
              <a:rPr lang="en-IN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IN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                                            	                  Kamadula Siddartha              Reg No: 12200271</a:t>
            </a:r>
            <a:br>
              <a:rPr lang="en-IN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IN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                                             	                  Vutti Ajay                                  Reg No: 12200245</a:t>
            </a:r>
            <a:br>
              <a:rPr lang="en-IN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br>
              <a:rPr lang="en-IN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br>
              <a:rPr lang="en-IN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IN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                                                             	                Under the Guidance of </a:t>
            </a:r>
            <a:br>
              <a:rPr lang="en-IN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br>
              <a:rPr lang="en-IN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IN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                                                                             	        Arshiya</a:t>
            </a:r>
            <a:br>
              <a:rPr lang="en-IN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IN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                                                  		Assistant Professor, Department of CSE</a:t>
            </a:r>
            <a:br>
              <a:rPr lang="en-IN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IN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B18CD2-B31E-07A5-0B23-14E9F18E8A8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417" y="4526282"/>
            <a:ext cx="1581150" cy="15176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72208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DD3EC-B4D2-56F9-A12E-D1B90BD9F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7C32D5-6944-415E-3C9B-0CF3210DFC1F}"/>
              </a:ext>
            </a:extLst>
          </p:cNvPr>
          <p:cNvSpPr txBox="1"/>
          <p:nvPr/>
        </p:nvSpPr>
        <p:spPr>
          <a:xfrm>
            <a:off x="1097280" y="1851660"/>
            <a:ext cx="11054080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Problem Statement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Research Gap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Proposed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Key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Architecture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Tech 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Application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Future 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Conclusion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4044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34FEB-91D4-F20B-C943-3E85A4F1C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INTRODUCTION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DD2703F-711C-CDDD-BB93-9250346F6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7680" y="2505670"/>
            <a:ext cx="26481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CA9388-4457-BC0C-A159-86107FC107F1}"/>
              </a:ext>
            </a:extLst>
          </p:cNvPr>
          <p:cNvSpPr txBox="1"/>
          <p:nvPr/>
        </p:nvSpPr>
        <p:spPr>
          <a:xfrm>
            <a:off x="1097280" y="1843950"/>
            <a:ext cx="1025144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smart healthcare assistant designed to improve public health awareness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Provides symptom analysis, guidance, and consultation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Uses Artificial Intelligence to deliver safe and scalable solutions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Helps users understand symptoms and take informed health decisions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Supports text and voice interaction for better accessibility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Reduces dependency on overcrowded public health centers for basic consultations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Aligns with Smart India Hackathon (SIH25049) problem requirements</a:t>
            </a:r>
            <a:endParaRPr lang="en-IN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688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F3217-74B5-D92E-AD82-8FAEDB6C4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0901E-D907-CCD7-4E34-C5623AA958B6}"/>
              </a:ext>
            </a:extLst>
          </p:cNvPr>
          <p:cNvSpPr txBox="1"/>
          <p:nvPr/>
        </p:nvSpPr>
        <p:spPr>
          <a:xfrm>
            <a:off x="1097280" y="1870075"/>
            <a:ext cx="101295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System should operate at a public health (epidemiology) level, not individual diagnosis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Provide simple and clear health-related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Perform basic symptom-based triage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Identify and escalate severe or critical cases to medical professionals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Must support multi-modal interaction(text &amp; voice)</a:t>
            </a:r>
          </a:p>
        </p:txBody>
      </p:sp>
    </p:spTree>
    <p:extLst>
      <p:ext uri="{BB962C8B-B14F-4D97-AF65-F5344CB8AC3E}">
        <p14:creationId xmlns:p14="http://schemas.microsoft.com/office/powerpoint/2010/main" val="3129846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8CDA7-5426-975E-936B-DD40134CB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RESEARCH GAP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D7A0D2-DE38-CF30-C5B1-3600533DCBD6}"/>
              </a:ext>
            </a:extLst>
          </p:cNvPr>
          <p:cNvSpPr txBox="1"/>
          <p:nvPr/>
        </p:nvSpPr>
        <p:spPr>
          <a:xfrm>
            <a:off x="1097280" y="1847215"/>
            <a:ext cx="972312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Existing public health chatbots are mostly rule-based (FAQ systems)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Telemedicine platforms rely on human doctors only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Lack of structured and auditable interaction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Need for a system that is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safe, scalable, auditable, and AI-assisted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combining deterministic triage with controlled AI interaction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2733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34EE9-EC9B-3347-CB45-2C46165E4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PROPOSED SOLUTION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F24E2F-7A62-3C3C-11EE-8F05736EF7AF}"/>
              </a:ext>
            </a:extLst>
          </p:cNvPr>
          <p:cNvSpPr txBox="1"/>
          <p:nvPr/>
        </p:nvSpPr>
        <p:spPr>
          <a:xfrm>
            <a:off x="1097280" y="1852295"/>
            <a:ext cx="1028192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web-based platform designed to be scalable, accessible, and cost-effective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Implements a 3-stage integrated workflow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Combines deterministic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triage + AI conversation + automated summarization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Maintains user-specific records and history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Generates structured medical reports and enables follow-up interaction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5259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83FF8-AE1B-B0E7-7C20-7D1D2A1C8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KEY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0AD49A-12D7-2919-6774-E26B4C7113D0}"/>
              </a:ext>
            </a:extLst>
          </p:cNvPr>
          <p:cNvSpPr txBox="1"/>
          <p:nvPr/>
        </p:nvSpPr>
        <p:spPr>
          <a:xfrm>
            <a:off x="1137285" y="1839939"/>
            <a:ext cx="1023496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Symptom Triage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Structured intake and analysis of user-reported symptoms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Risk Detection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Automated severity scoring across four actionable tiers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Specialist Routing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Recommends the appropriate medical specialist based on symptom profile.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Contextual AI Chat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LLM-powered consultation with injected medical context per session.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Meeting Transcription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Auto-generated summaries of AI consultation sessions.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Follow-Up Q&amp;A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Post-consultation question system for ongoing user clarity.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724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ABCB2-03BA-83DB-FC9E-C4DB37B9E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10896"/>
            <a:ext cx="10058400" cy="1450757"/>
          </a:xfrm>
        </p:spPr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ARCHITECTURE FLOW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0BDFF3-6552-F564-3367-B5DD7B20C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396" y="1853093"/>
            <a:ext cx="9665208" cy="442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218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09929-AAFE-F990-DFEE-4312EC754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TECH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C7AA8E-8470-D2C1-2928-C0EA52612337}"/>
              </a:ext>
            </a:extLst>
          </p:cNvPr>
          <p:cNvSpPr txBox="1"/>
          <p:nvPr/>
        </p:nvSpPr>
        <p:spPr>
          <a:xfrm>
            <a:off x="731520" y="1962936"/>
            <a:ext cx="1954648" cy="2554545"/>
          </a:xfrm>
          <a:prstGeom prst="rect">
            <a:avLst/>
          </a:prstGeom>
          <a:noFill/>
        </p:spPr>
        <p:txBody>
          <a:bodyPr wrap="square" tIns="0" bIns="182880" rtlCol="0" anchor="ctr">
            <a:spAutoFit/>
          </a:bodyPr>
          <a:lstStyle/>
          <a:p>
            <a:r>
              <a:rPr lang="en-IN" sz="2400" b="1" dirty="0"/>
              <a:t>Frontend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Next.js 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React 19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Tailwind CSS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TypeScript</a:t>
            </a:r>
            <a:endParaRPr lang="en-I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F0932F-DD64-F5C3-0F54-3F53A4A34D01}"/>
              </a:ext>
            </a:extLst>
          </p:cNvPr>
          <p:cNvSpPr txBox="1"/>
          <p:nvPr/>
        </p:nvSpPr>
        <p:spPr>
          <a:xfrm>
            <a:off x="3029097" y="1958982"/>
            <a:ext cx="226993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Database &amp; API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NeonDB</a:t>
            </a:r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(Postgres)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Drizzle 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tRPC</a:t>
            </a:r>
            <a:endParaRPr lang="en-I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TanStack</a:t>
            </a:r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Query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A0839B-3F73-8A65-E179-3D14603C5D47}"/>
              </a:ext>
            </a:extLst>
          </p:cNvPr>
          <p:cNvSpPr txBox="1"/>
          <p:nvPr/>
        </p:nvSpPr>
        <p:spPr>
          <a:xfrm>
            <a:off x="5641965" y="1958982"/>
            <a:ext cx="268376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Auth &amp; Real-Time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BetterAuth</a:t>
            </a:r>
            <a:endParaRPr lang="en-I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Stream Video SDK</a:t>
            </a:r>
          </a:p>
          <a:p>
            <a:endParaRPr lang="en-I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Stream Chat SDK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Webhook Orchestrator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DB2820-F48B-F764-0729-FB3D1FA02AB3}"/>
              </a:ext>
            </a:extLst>
          </p:cNvPr>
          <p:cNvSpPr txBox="1"/>
          <p:nvPr/>
        </p:nvSpPr>
        <p:spPr>
          <a:xfrm>
            <a:off x="8668658" y="1958982"/>
            <a:ext cx="2955798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Ai &amp; Background Jobs</a:t>
            </a:r>
          </a:p>
          <a:p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Decision Engine (NLP)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OpenAI Realtime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GPT-4o Chat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Inngest</a:t>
            </a:r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+ Agent Kit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4641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2CF4-6B70-7B28-FD8C-400006AB7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APPLICATION INTERFACE</a:t>
            </a:r>
          </a:p>
        </p:txBody>
      </p:sp>
      <p:pic>
        <p:nvPicPr>
          <p:cNvPr id="8" name="Picture 7">
            <a:hlinkClick r:id="rId2"/>
            <a:extLst>
              <a:ext uri="{FF2B5EF4-FFF2-40B4-BE49-F238E27FC236}">
                <a16:creationId xmlns:a16="http://schemas.microsoft.com/office/drawing/2014/main" id="{C8525C97-8E56-121D-7BC5-DEAD8BC5F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056" y="1859699"/>
            <a:ext cx="8534400" cy="4180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127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19F6C-BBEC-8F00-A84A-87486F10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FUTURE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77021C-0E59-9AC9-F97E-68879B9E4E49}"/>
              </a:ext>
            </a:extLst>
          </p:cNvPr>
          <p:cNvSpPr txBox="1"/>
          <p:nvPr/>
        </p:nvSpPr>
        <p:spPr>
          <a:xfrm>
            <a:off x="1097280" y="1890117"/>
            <a:ext cx="1005840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Doctor Dashboard Integration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Enable doctors to view triage data and AI summaries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Human Doctor Consultation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Escalate AI consultations to real doctors via video calls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Support multi-party consultations (AI + Doctor + Patient)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Multilingual Support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Add support for Indian regional languages which improve accessibility for a wider population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Expanded Medical Coverage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Include chronic diseases, pediatric, and specialized conditions which helps in improving symptom dictionary and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875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236A4-D3E7-F43B-D6EE-8E0EB80F2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06B5D8-7A53-F902-A36B-B67474440B94}"/>
              </a:ext>
            </a:extLst>
          </p:cNvPr>
          <p:cNvSpPr txBox="1"/>
          <p:nvPr/>
        </p:nvSpPr>
        <p:spPr>
          <a:xfrm>
            <a:off x="1097280" y="1876425"/>
            <a:ext cx="967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Developed an AI-driven public health chatbot for disease awareness and early guidance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Successfully integrates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Rule-based triage, AI consultation, Automated summarization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Provides a complete end-to-end healthcare workflow: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Symptom input → Triage → Consultation → Summary → Follow-up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Addresses key challenges in healthcare: Lack of awareness, Misinformation, Limited accessibility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Demonstrates how AI can be used responsibly in healthcare systems</a:t>
            </a:r>
            <a:endParaRPr lang="en-IN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414065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  <wetp:taskpane dockstate="right" visibility="0" width="350" row="3">
    <wetp:webextensionref xmlns:r="http://schemas.openxmlformats.org/officeDocument/2006/relationships" r:id="rId2"/>
  </wetp:taskpane>
  <wetp:taskpane dockstate="right" visibility="0" width="350" row="4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6CBB2E39-2BA5-44B7-B02F-81B8FA0C12C5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DF970B9-1251-4661-8B96-4C2F557EE44B}">
  <we:reference id="wa104178141" version="4.3.3.0" store="en-US" storeType="OMEX"/>
  <we:alternateReferences>
    <we:reference id="WA104178141" version="4.3.3.0" store="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377371A0-EED0-4C97-9EBC-D2256AC6DA82}">
  <we:reference id="wa104381411" version="2.4.5.0" store="en-US" storeType="OMEX"/>
  <we:alternateReferences>
    <we:reference id="WA104381411" version="2.4.5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1158</TotalTime>
  <Words>574</Words>
  <Application>Microsoft Office PowerPoint</Application>
  <PresentationFormat>Widescreen</PresentationFormat>
  <Paragraphs>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Retrospect</vt:lpstr>
      <vt:lpstr>AI-DRIVEN PUBLIC HEALTH CHATBOT FOR DISEASE AWARENESS                                             Project Term (January – April 2026)                                                                                         Submitted By                                                                                 Gutha Sahith Chowdary        Reg No: 12201291                                                                          Kamadula Siddartha              Reg No: 12200271                                                                           Vutti Ajay                                  Reg No: 12200245                                                                                           Under the Guidance of                                                                                                   Arshiya                                                               Assistant Professor, Department of CSE </vt:lpstr>
      <vt:lpstr>AGENDA</vt:lpstr>
      <vt:lpstr>INTRODUCTION</vt:lpstr>
      <vt:lpstr>PROBLEM STATEMENT</vt:lpstr>
      <vt:lpstr>RESEARCH GAP</vt:lpstr>
      <vt:lpstr>PROPOSED SOLUTION</vt:lpstr>
      <vt:lpstr>KEY FEATURES</vt:lpstr>
      <vt:lpstr>ARCHITECTURE FLOW </vt:lpstr>
      <vt:lpstr>TECH STACK</vt:lpstr>
      <vt:lpstr>APPLICATION INTERFACE</vt:lpstr>
      <vt:lpstr>FUTURE SCOPE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Vutti</dc:creator>
  <cp:lastModifiedBy>Sahith Chowdary</cp:lastModifiedBy>
  <cp:revision>8</cp:revision>
  <dcterms:created xsi:type="dcterms:W3CDTF">2026-05-05T04:43:45Z</dcterms:created>
  <dcterms:modified xsi:type="dcterms:W3CDTF">2026-05-06T23:20:56Z</dcterms:modified>
</cp:coreProperties>
</file>